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66" r:id="rId5"/>
    <p:sldId id="259" r:id="rId6"/>
    <p:sldId id="262" r:id="rId7"/>
    <p:sldId id="260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3DF65-05C0-483B-BD5D-E2C6535F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010C5F-C52D-4A1F-BB0D-4B30936CD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7D8B1-9FD7-444D-8C67-354B21E9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7244BF-B0C9-4DBE-ACDE-86B61A1D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2EF7FD-1834-4713-88D4-BA246CAE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56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6FDFE-0666-4A61-9E54-9242A12D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23717-C64F-4A81-90A5-554C3ED8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C27909-4A16-4C1A-9E56-6B44F0D7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3D4AC5-B174-474A-B4C5-808B5004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69EDBF-9DA6-4033-991E-8732658B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08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7883B-7C64-40B2-A0F8-5890C8DF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781E6D-8915-494E-9CAD-1381A5A6C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FE7749-1FBD-4F74-B760-05E82CF2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5575F-C45F-4856-9DE4-5FAD4001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474BF-14EA-44F4-9231-ADCF851A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91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FE370-92D3-416A-A502-03499192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AACAE-E8F4-4A95-9D9E-59352363E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A53810-4725-412B-BA2A-C0DE36135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01B006-8255-4D68-8CD0-171F4AE2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F04E4-8EBA-41B7-A5E2-FA928E25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DDD37B-EDF6-4D54-879D-4B777C06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466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26376-CF38-4092-A6DC-1C8F50A7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F7655-FFA9-466D-9CBD-E8694C34A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F442F1-0F22-4F47-8835-01CFC1EB1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010400-DF60-4F90-A9A0-1085BA22C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B7833A-B764-44EE-A9B8-AC2B08FFE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D41A33-B475-44C6-8C5C-E27A3A7E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EDEE8B5-B231-4C72-9AB6-93E7E3DCD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61DB3F-5839-4395-BB13-41AE4758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9DA40-86AE-4118-AFB2-2D549BC2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FDEB6-B74B-4141-88B5-C63F739A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A7A2FE-7B93-41B7-8DC9-06A4AB79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AE7E0D-AD4D-42B6-800B-EB15A0D9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5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A6A63A-1BB8-4DA9-8DD8-A8B26E13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27A5A4-E282-4BA5-89BF-481ED064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C38285-2496-438E-8773-20264CEA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54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A23D3-765A-4F6E-9D56-C55BBDC3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BB31AC-1124-4871-B6CD-74E12CB62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875FC3-2E8E-4609-85BC-A6D4A1CF1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463D73-5731-4CC2-A071-363A49F6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18D89D-975D-45FF-B789-67E7AFC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AB4CA0-EB9A-44AF-854C-F66A8E9D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04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1746B-0CBE-4F0A-9DB5-EB2808F4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5AADAE-29AF-4156-8672-C8E1912A6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06D18C-CA2E-4755-8E8E-222731C67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7A99F0-1CE5-46F6-90F9-E424547E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43928B-8C2E-467B-BF6C-52CB6933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80D53C-A859-4F02-ADC6-461B9EAB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84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726E0-4A63-43F4-8141-0B61B0AA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28FA32-CEC5-46D6-A416-C55CDA168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A33B2-8726-419A-9AA1-04E563DE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0C6597-431E-4B79-B057-DE8C80CB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797878-0A1B-436D-B996-48BE802C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67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D9A406-1BD6-42E8-B5DE-F7F1C4350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8F6EB0-8022-4D36-9480-4C7B6705B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EA599F-144D-487F-B82A-5C4C24B9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48607E-C916-4569-BFD5-33820B9F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D8EFD9-D77B-46D2-8A83-845E4413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48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BCB45-B979-4295-AE50-8729F13B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12057A-7772-47A6-99E4-1FA94DB1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D83A01-8185-4AF5-9986-DBEEEF09B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D422A-7788-4B2A-82B5-00E5C02FD287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0D98A6-7E27-45B3-8360-4B59FD66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8CD91-1581-49CE-906B-B9FD50508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A0607-B103-4755-A05A-3C14ED6CF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37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33056" y="2372007"/>
            <a:ext cx="11325885" cy="1110795"/>
          </a:xfrm>
        </p:spPr>
        <p:txBody>
          <a:bodyPr>
            <a:noAutofit/>
          </a:bodyPr>
          <a:lstStyle/>
          <a:p>
            <a:pPr algn="ctr">
              <a:spcBef>
                <a:spcPts val="1800"/>
              </a:spcBef>
              <a:spcAft>
                <a:spcPts val="0"/>
              </a:spcAft>
            </a:pP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Дипломная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работа на тему: </a:t>
            </a:r>
            <a:b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«Разработка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автоматизированного рабочего места мастера лаборатории газового оборудования (на материалах ООО «Газпром газораспределение Нижний Новгород»)»</a:t>
            </a:r>
            <a:br>
              <a:rPr lang="ru-RU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07855" y="5086807"/>
            <a:ext cx="8443866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Выполнил: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студент группы 41П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Изутов Андрей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Руководитель: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Солдатова</a:t>
            </a: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</a:t>
            </a: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.И., преподаватель НЭТК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4564" y="43069"/>
            <a:ext cx="7515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Центросоюз Российской Федерации</a:t>
            </a: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Нижегородский областной союз потребительских обществ</a:t>
            </a: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«Нижегородский экономико-технологический колледж»</a:t>
            </a:r>
            <a:b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5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88056" y="0"/>
            <a:ext cx="6708617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01737" y="1310598"/>
            <a:ext cx="9788525" cy="4808907"/>
          </a:xfrm>
        </p:spPr>
        <p:txBody>
          <a:bodyPr>
            <a:no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Целью дипломной работы является разработка автоматизированного рабочего места (АРМ) мастера лаборатории газового оборудования, предназначенного для автоматизации процесса учёта, регистрации, анализа и хранения данных о проверках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газоизмерительных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приборов.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достижения поставленной цели необходимо решить следующие задачи: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Рассмотреть специфику деятельности лаборатории по проверке газового оборудования;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Исследовать существующие решения и выявить их недостатки;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Проанализировать требования к будущей системе и разработать её архитектуру;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Разработать базу данных и пользовательский интерфейс;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Реализовать функциональные модули программного продукта;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Провести тестирование и оценку эффективности разработанной системы;</a:t>
            </a:r>
          </a:p>
          <a:p>
            <a:pPr indent="450215"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 Сформулировать выводы и предложения по внедрению решения в практическую деятельность предприятия.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Объектом исследования является организация ООО «Газпром газораспределение Нижний Новгород». Предметом исследования выступает процесс автоматизации работы мастера лаборатории газового оборудования, связанный с учётом, регистрацией и анализом проверок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газоизмерительных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приборов.</a:t>
            </a:r>
          </a:p>
        </p:txBody>
      </p:sp>
    </p:spTree>
    <p:extLst>
      <p:ext uri="{BB962C8B-B14F-4D97-AF65-F5344CB8AC3E}">
        <p14:creationId xmlns:p14="http://schemas.microsoft.com/office/powerpoint/2010/main" val="266129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5274" y="0"/>
            <a:ext cx="7492403" cy="1277066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АРМ мастера лаборатории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14971" y="1385180"/>
            <a:ext cx="8153306" cy="4599161"/>
          </a:xfrm>
        </p:spPr>
        <p:txBody>
          <a:bodyPr>
            <a:normAutofit/>
          </a:bodyPr>
          <a:lstStyle/>
          <a:p>
            <a:pPr indent="450215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Объектом исследования в рамках данной дипломной работы является ООО «Газпром газораспределение Нижний Новгород» — крупное региональное подразделение ПАО «Газпром», занимающееся транспортировкой и распределением природного газа на территории Нижегородской области. Компания обслуживает как частных потребителей, так и промышленные предприятия, обеспечивая бесперебойную и безопасную подачу топлива в различные районы региона.</a:t>
            </a:r>
          </a:p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структуре предприятия особую роль играет лаборатория газового оборудования, на базе которой осуществляется контроль состояния приборов учёта газа, их поверка, подготовка технической документации, учёт выявленных отклонений.</a:t>
            </a:r>
          </a:p>
        </p:txBody>
      </p:sp>
    </p:spTree>
    <p:extLst>
      <p:ext uri="{BB962C8B-B14F-4D97-AF65-F5344CB8AC3E}">
        <p14:creationId xmlns:p14="http://schemas.microsoft.com/office/powerpoint/2010/main" val="361149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/>
          <p:cNvSpPr txBox="1">
            <a:spLocks/>
          </p:cNvSpPr>
          <p:nvPr/>
        </p:nvSpPr>
        <p:spPr>
          <a:xfrm>
            <a:off x="1714969" y="1333613"/>
            <a:ext cx="7793011" cy="2124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000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реализации автоматизированного рабочего места мастера лаборатории было использовано следующее ПО: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SQL Server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Management Studio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 Studio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2019.</a:t>
            </a:r>
          </a:p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Были использованы языки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программирования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XAML.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1865274" y="0"/>
            <a:ext cx="8193126" cy="1277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средств для реализации АРМ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521" y="3458424"/>
            <a:ext cx="2645893" cy="16460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5400" y="5295354"/>
            <a:ext cx="1738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Фотография </a:t>
            </a:r>
            <a:r>
              <a:rPr lang="en-US" sz="1400" dirty="0"/>
              <a:t>C#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5092703" y="5295353"/>
            <a:ext cx="1978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Фотография </a:t>
            </a:r>
            <a:r>
              <a:rPr lang="en-US" sz="1400" dirty="0"/>
              <a:t>SQL Server Management Studio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9204333" y="5332005"/>
            <a:ext cx="2121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Фотография </a:t>
            </a:r>
            <a:r>
              <a:rPr lang="en-US" sz="1400" dirty="0"/>
              <a:t>Visual Studio</a:t>
            </a:r>
            <a:endParaRPr lang="ru-RU" sz="1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B45F4F-CE39-298A-2E6F-B7BAF339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0" y="3177083"/>
            <a:ext cx="2208745" cy="22087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70F8D6-636D-3066-0C9A-DAF02C164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595" y="3412321"/>
            <a:ext cx="1738268" cy="173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4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1626" y="61377"/>
            <a:ext cx="8356347" cy="84691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АРМ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65875" y="908296"/>
            <a:ext cx="5874945" cy="4777944"/>
          </a:xfrm>
        </p:spPr>
        <p:txBody>
          <a:bodyPr>
            <a:normAutofit fontScale="77500" lnSpcReduction="20000"/>
          </a:bodyPr>
          <a:lstStyle/>
          <a:p>
            <a:pPr indent="450215" algn="just">
              <a:lnSpc>
                <a:spcPct val="11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 – разработка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WPF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-приложения для: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Учета газовых приборов потребителей;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Учета потребителей газового оборудования;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Ведения журнала проверок газового оборудования.</a:t>
            </a:r>
          </a:p>
          <a:p>
            <a:pPr algn="just">
              <a:lnSpc>
                <a:spcPct val="11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Функциональные требования: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добавления, редактирования и удаления записей о газовых приборах;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Привязка каждого прибора к конкретному потребителю;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Хранение информации о текущем состоянии прибора;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Ведение базы данных потребителей;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регистрации проведенных проверок газового оборудования;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Хранение истории всех проверок.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8243" y="4476017"/>
            <a:ext cx="1738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Иконка 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72E74B-DBFF-D0B5-1BBA-C76B4D11F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571" y="908296"/>
            <a:ext cx="3721609" cy="37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4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37205" y="1013456"/>
            <a:ext cx="5030323" cy="5442207"/>
          </a:xfrm>
        </p:spPr>
        <p:txBody>
          <a:bodyPr>
            <a:noAutofit/>
          </a:bodyPr>
          <a:lstStyle/>
          <a:p>
            <a:pPr indent="450215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 этапе разработки интерфейса основное внимание уделялось удобству навигации, логичной структуре представления данных и визуальной доступности элементов управления. Интерфейс должен быть интуитивно понятным, функциональным и соответствовать требованиям конкретной категории пользователей, обеспечивая комфортную и эффективную работу с системой. В рамках разработки были реализованы основные страницы и формы для отображения, редактирования и поиска информации.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908773" y="9811"/>
            <a:ext cx="8356347" cy="8469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структуры АРМ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5050" y="4444038"/>
            <a:ext cx="233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Страница администратора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2E37AB1E-DC5C-EDB9-0EE9-E9F783FCD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7528" y="1013455"/>
            <a:ext cx="6545085" cy="3246399"/>
          </a:xfrm>
        </p:spPr>
      </p:pic>
    </p:spTree>
    <p:extLst>
      <p:ext uri="{BB962C8B-B14F-4D97-AF65-F5344CB8AC3E}">
        <p14:creationId xmlns:p14="http://schemas.microsoft.com/office/powerpoint/2010/main" val="86917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41626" y="911245"/>
            <a:ext cx="8088141" cy="2912266"/>
          </a:xfrm>
        </p:spPr>
        <p:txBody>
          <a:bodyPr>
            <a:normAutofit/>
          </a:bodyPr>
          <a:lstStyle/>
          <a:p>
            <a:pPr indent="450000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Структура приложения реализована для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ролей: Администратор и пользователь.</a:t>
            </a:r>
          </a:p>
          <a:p>
            <a:pPr indent="450000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 администратора больше возможностей, чем у пользователя.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841626" y="61377"/>
            <a:ext cx="8356347" cy="84691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структуры АРМ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A2A698-8993-E396-C28A-F5B0E3C41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51" y="1993463"/>
            <a:ext cx="8088142" cy="39532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16A9A8-83BB-E569-DA2B-B68E3CB53C8B}"/>
              </a:ext>
            </a:extLst>
          </p:cNvPr>
          <p:cNvSpPr txBox="1"/>
          <p:nvPr/>
        </p:nvSpPr>
        <p:spPr>
          <a:xfrm>
            <a:off x="4930980" y="6082038"/>
            <a:ext cx="233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Страница</a:t>
            </a:r>
            <a:r>
              <a:rPr lang="en-US" sz="1400" dirty="0"/>
              <a:t> </a:t>
            </a:r>
            <a:r>
              <a:rPr lang="ru-RU" sz="1400" dirty="0"/>
              <a:t>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1377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429221" y="1559566"/>
            <a:ext cx="8356346" cy="2436362"/>
          </a:xfrm>
        </p:spPr>
        <p:txBody>
          <a:bodyPr>
            <a:noAutofit/>
          </a:bodyPr>
          <a:lstStyle/>
          <a:p>
            <a:pPr indent="450215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информационной системы является важным этапом разработки, направленным на проверку её корректной работы, устойчивости и соответствия поставленным требованиям. На данном этапе выявляются возможные ошибки, недочёты в функциональности и интерфейсе, проводится проверка работы всех модулей и взаимодействия с базой данных. Цель тестирования — убедиться в стабильности системы, её готовности к эксплуатации и удобстве использования для конечных пользователей.</a:t>
            </a: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41626" y="61377"/>
            <a:ext cx="8356347" cy="58141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АРМ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06" y="4841338"/>
            <a:ext cx="233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Неуспешная авторизация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844E61-A659-9D22-EC08-7CC5E80E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39" y="1624497"/>
            <a:ext cx="2172003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61793" y="81482"/>
            <a:ext cx="2779414" cy="62695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23120" y="1601230"/>
            <a:ext cx="8256760" cy="4265415"/>
          </a:xfrm>
        </p:spPr>
        <p:txBody>
          <a:bodyPr>
            <a:normAutofit lnSpcReduction="10000"/>
          </a:bodyPr>
          <a:lstStyle/>
          <a:p>
            <a:pPr indent="450215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Выполнение дипломной работы на тему «Разработка автоматизированного рабочего места мастера лаборатории газового оборудования» позволило комплексно подойти к решению задачи автоматизации одного из ключевых направлений производственной деятельности — учёта и контроля за состоянием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газоизмерительных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приборов. В ходе работы были последовательно реализованы все этапы проектирования информационной системы: от анализа предметной области и постановки требований до разработки программного продукта, его тестирования и оценки эффективности.</a:t>
            </a:r>
          </a:p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Поставленные цели дипломной работы достигнуты, задачи успешно решены, а разработанное автоматизированное рабочее место мастера лаборатории представляет собой полноценный, актуальный и практически значимый программный продукт, способный внести реальный вклад в повышение эффективности деятельности предприятия.</a:t>
            </a:r>
          </a:p>
          <a:p>
            <a:pPr lvl="0"/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6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33056" y="2372007"/>
            <a:ext cx="11325885" cy="1110795"/>
          </a:xfrm>
        </p:spPr>
        <p:txBody>
          <a:bodyPr>
            <a:noAutofit/>
          </a:bodyPr>
          <a:lstStyle/>
          <a:p>
            <a:pPr algn="ctr">
              <a:spcBef>
                <a:spcPts val="1800"/>
              </a:spcBef>
              <a:spcAft>
                <a:spcPts val="0"/>
              </a:spcAft>
            </a:pP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Дипломная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работа на тему: </a:t>
            </a:r>
            <a:b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«Разработка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автоматизированного рабочего места мастера лаборатории газового оборудования (на материалах ООО «Газпром газораспределение Нижний Новгород»)»</a:t>
            </a:r>
            <a:br>
              <a:rPr lang="ru-RU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07855" y="5086807"/>
            <a:ext cx="8443866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Выполнил: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студент группы 41П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Изутов Андрей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Руководитель:</a:t>
            </a:r>
            <a:b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Солдатова</a:t>
            </a: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</a:t>
            </a:r>
            <a:r>
              <a:rPr lang="ru-RU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.И., преподаватель НЭТК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14564" y="43069"/>
            <a:ext cx="7515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Центросоюз Российской Федерации</a:t>
            </a: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Нижегородский областной союз потребительских обществ</a:t>
            </a: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b="0" cap="sm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«Нижегородский экономико-технологический колледж»</a:t>
            </a:r>
            <a:b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ru-RU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521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</TotalTime>
  <Words>746</Words>
  <Application>Microsoft Office PowerPoint</Application>
  <PresentationFormat>Широкоэкранный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Дипломная работа на тему:  «Разработка автоматизированного рабочего места мастера лаборатории газового оборудования (на материалах ООО «Газпром газораспределение Нижний Новгород»)» </vt:lpstr>
      <vt:lpstr>Введение</vt:lpstr>
      <vt:lpstr>Проектирование АРМ мастера лаборатории</vt:lpstr>
      <vt:lpstr>Презентация PowerPoint</vt:lpstr>
      <vt:lpstr>Разработка АРМ</vt:lpstr>
      <vt:lpstr>Презентация PowerPoint</vt:lpstr>
      <vt:lpstr>Разработка структуры АРМ</vt:lpstr>
      <vt:lpstr>Тестирование АРМ</vt:lpstr>
      <vt:lpstr>Заключение</vt:lpstr>
      <vt:lpstr>Дипломная работа на тему:  «Разработка автоматизированного рабочего места мастера лаборатории газового оборудования (на материалах ООО «Газпром газораспределение Нижний Новгород»)»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Андрей Изутов</cp:lastModifiedBy>
  <cp:revision>71</cp:revision>
  <dcterms:created xsi:type="dcterms:W3CDTF">2023-11-19T07:10:46Z</dcterms:created>
  <dcterms:modified xsi:type="dcterms:W3CDTF">2025-06-16T07:22:58Z</dcterms:modified>
</cp:coreProperties>
</file>